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257" r:id="rId3"/>
    <p:sldId id="256" r:id="rId4"/>
    <p:sldId id="262" r:id="rId5"/>
    <p:sldId id="26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39AEA2-DC92-486A-BB97-1F9AD2124FD7}" v="12" dt="2026-03-24T14:40:42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9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USEPPE CAPASSO" userId="b1bb6ade-8d53-484a-a274-0fa5505afd44" providerId="ADAL" clId="{E388970A-B93E-4A07-B0DE-4D94BA41A628}"/>
    <pc:docChg chg="undo custSel mod addSld delSld modSld addMainMaster delMainMaster">
      <pc:chgData name="GIUSEPPE CAPASSO" userId="b1bb6ade-8d53-484a-a274-0fa5505afd44" providerId="ADAL" clId="{E388970A-B93E-4A07-B0DE-4D94BA41A628}" dt="2026-03-24T14:40:43.460" v="1415" actId="20577"/>
      <pc:docMkLst>
        <pc:docMk/>
      </pc:docMkLst>
      <pc:sldChg chg="addSp delSp modSp mod setBg modClrScheme chgLayout">
        <pc:chgData name="GIUSEPPE CAPASSO" userId="b1bb6ade-8d53-484a-a274-0fa5505afd44" providerId="ADAL" clId="{E388970A-B93E-4A07-B0DE-4D94BA41A628}" dt="2026-03-24T14:39:29.226" v="1371" actId="1076"/>
        <pc:sldMkLst>
          <pc:docMk/>
          <pc:sldMk cId="3674309857" sldId="256"/>
        </pc:sldMkLst>
        <pc:spChg chg="add del mod ord">
          <ac:chgData name="GIUSEPPE CAPASSO" userId="b1bb6ade-8d53-484a-a274-0fa5505afd44" providerId="ADAL" clId="{E388970A-B93E-4A07-B0DE-4D94BA41A628}" dt="2026-03-24T14:16:19.896" v="23" actId="700"/>
          <ac:spMkLst>
            <pc:docMk/>
            <pc:sldMk cId="3674309857" sldId="256"/>
            <ac:spMk id="2" creationId="{0985A81D-665F-51D3-E85E-89DEE08F2F58}"/>
          </ac:spMkLst>
        </pc:spChg>
        <pc:spChg chg="add del mod ord">
          <ac:chgData name="GIUSEPPE CAPASSO" userId="b1bb6ade-8d53-484a-a274-0fa5505afd44" providerId="ADAL" clId="{E388970A-B93E-4A07-B0DE-4D94BA41A628}" dt="2026-03-24T14:16:19.896" v="23" actId="700"/>
          <ac:spMkLst>
            <pc:docMk/>
            <pc:sldMk cId="3674309857" sldId="256"/>
            <ac:spMk id="4" creationId="{8B8C41B6-66AB-201F-88E1-528723EB78A8}"/>
          </ac:spMkLst>
        </pc:spChg>
        <pc:spChg chg="add mod ord">
          <ac:chgData name="GIUSEPPE CAPASSO" userId="b1bb6ade-8d53-484a-a274-0fa5505afd44" providerId="ADAL" clId="{E388970A-B93E-4A07-B0DE-4D94BA41A628}" dt="2026-03-24T14:18:24.084" v="51" actId="26606"/>
          <ac:spMkLst>
            <pc:docMk/>
            <pc:sldMk cId="3674309857" sldId="256"/>
            <ac:spMk id="5" creationId="{7EFA0D06-4680-1548-646C-F4D9D6C53A9A}"/>
          </ac:spMkLst>
        </pc:spChg>
        <pc:spChg chg="add del mod ord">
          <ac:chgData name="GIUSEPPE CAPASSO" userId="b1bb6ade-8d53-484a-a274-0fa5505afd44" providerId="ADAL" clId="{E388970A-B93E-4A07-B0DE-4D94BA41A628}" dt="2026-03-24T14:39:29.226" v="1371" actId="1076"/>
          <ac:spMkLst>
            <pc:docMk/>
            <pc:sldMk cId="3674309857" sldId="256"/>
            <ac:spMk id="6" creationId="{8FAD2A02-B0EB-DF37-0FD7-700F4BF6AB5C}"/>
          </ac:spMkLst>
        </pc:spChg>
        <pc:spChg chg="add del">
          <ac:chgData name="GIUSEPPE CAPASSO" userId="b1bb6ade-8d53-484a-a274-0fa5505afd44" providerId="ADAL" clId="{E388970A-B93E-4A07-B0DE-4D94BA41A628}" dt="2026-03-24T14:17:51.724" v="41" actId="26606"/>
          <ac:spMkLst>
            <pc:docMk/>
            <pc:sldMk cId="3674309857" sldId="256"/>
            <ac:spMk id="11" creationId="{19D32F93-50AC-4C46-A5DB-291C60DDB7BD}"/>
          </ac:spMkLst>
        </pc:spChg>
        <pc:spChg chg="add del">
          <ac:chgData name="GIUSEPPE CAPASSO" userId="b1bb6ade-8d53-484a-a274-0fa5505afd44" providerId="ADAL" clId="{E388970A-B93E-4A07-B0DE-4D94BA41A628}" dt="2026-03-24T14:17:51.724" v="41" actId="26606"/>
          <ac:spMkLst>
            <pc:docMk/>
            <pc:sldMk cId="3674309857" sldId="256"/>
            <ac:spMk id="13" creationId="{827DC2C4-B485-428A-BF4A-472D2967F47F}"/>
          </ac:spMkLst>
        </pc:spChg>
        <pc:spChg chg="add del">
          <ac:chgData name="GIUSEPPE CAPASSO" userId="b1bb6ade-8d53-484a-a274-0fa5505afd44" providerId="ADAL" clId="{E388970A-B93E-4A07-B0DE-4D94BA41A628}" dt="2026-03-24T14:17:51.724" v="41" actId="26606"/>
          <ac:spMkLst>
            <pc:docMk/>
            <pc:sldMk cId="3674309857" sldId="256"/>
            <ac:spMk id="15" creationId="{EE04B5EB-F158-4507-90DD-BD23620C7CC9}"/>
          </ac:spMkLst>
        </pc:spChg>
        <pc:spChg chg="add del">
          <ac:chgData name="GIUSEPPE CAPASSO" userId="b1bb6ade-8d53-484a-a274-0fa5505afd44" providerId="ADAL" clId="{E388970A-B93E-4A07-B0DE-4D94BA41A628}" dt="2026-03-24T14:17:54.006" v="45" actId="26606"/>
          <ac:spMkLst>
            <pc:docMk/>
            <pc:sldMk cId="3674309857" sldId="256"/>
            <ac:spMk id="20" creationId="{19D32F93-50AC-4C46-A5DB-291C60DDB7BD}"/>
          </ac:spMkLst>
        </pc:spChg>
        <pc:spChg chg="add del">
          <ac:chgData name="GIUSEPPE CAPASSO" userId="b1bb6ade-8d53-484a-a274-0fa5505afd44" providerId="ADAL" clId="{E388970A-B93E-4A07-B0DE-4D94BA41A628}" dt="2026-03-24T14:17:54.006" v="45" actId="26606"/>
          <ac:spMkLst>
            <pc:docMk/>
            <pc:sldMk cId="3674309857" sldId="256"/>
            <ac:spMk id="21" creationId="{827DC2C4-B485-428A-BF4A-472D2967F47F}"/>
          </ac:spMkLst>
        </pc:spChg>
        <pc:spChg chg="add del">
          <ac:chgData name="GIUSEPPE CAPASSO" userId="b1bb6ade-8d53-484a-a274-0fa5505afd44" providerId="ADAL" clId="{E388970A-B93E-4A07-B0DE-4D94BA41A628}" dt="2026-03-24T14:17:54.006" v="45" actId="26606"/>
          <ac:spMkLst>
            <pc:docMk/>
            <pc:sldMk cId="3674309857" sldId="256"/>
            <ac:spMk id="22" creationId="{EE04B5EB-F158-4507-90DD-BD23620C7CC9}"/>
          </ac:spMkLst>
        </pc:spChg>
        <pc:spChg chg="add del">
          <ac:chgData name="GIUSEPPE CAPASSO" userId="b1bb6ade-8d53-484a-a274-0fa5505afd44" providerId="ADAL" clId="{E388970A-B93E-4A07-B0DE-4D94BA41A628}" dt="2026-03-24T14:18:24.084" v="51" actId="26606"/>
          <ac:spMkLst>
            <pc:docMk/>
            <pc:sldMk cId="3674309857" sldId="256"/>
            <ac:spMk id="27" creationId="{19D32F93-50AC-4C46-A5DB-291C60DDB7BD}"/>
          </ac:spMkLst>
        </pc:spChg>
        <pc:spChg chg="add del">
          <ac:chgData name="GIUSEPPE CAPASSO" userId="b1bb6ade-8d53-484a-a274-0fa5505afd44" providerId="ADAL" clId="{E388970A-B93E-4A07-B0DE-4D94BA41A628}" dt="2026-03-24T14:18:24.084" v="51" actId="26606"/>
          <ac:spMkLst>
            <pc:docMk/>
            <pc:sldMk cId="3674309857" sldId="256"/>
            <ac:spMk id="28" creationId="{827DC2C4-B485-428A-BF4A-472D2967F47F}"/>
          </ac:spMkLst>
        </pc:spChg>
        <pc:spChg chg="add del">
          <ac:chgData name="GIUSEPPE CAPASSO" userId="b1bb6ade-8d53-484a-a274-0fa5505afd44" providerId="ADAL" clId="{E388970A-B93E-4A07-B0DE-4D94BA41A628}" dt="2026-03-24T14:18:24.084" v="51" actId="26606"/>
          <ac:spMkLst>
            <pc:docMk/>
            <pc:sldMk cId="3674309857" sldId="256"/>
            <ac:spMk id="29" creationId="{EE04B5EB-F158-4507-90DD-BD23620C7CC9}"/>
          </ac:spMkLst>
        </pc:spChg>
        <pc:picChg chg="mod ord">
          <ac:chgData name="GIUSEPPE CAPASSO" userId="b1bb6ade-8d53-484a-a274-0fa5505afd44" providerId="ADAL" clId="{E388970A-B93E-4A07-B0DE-4D94BA41A628}" dt="2026-03-24T14:18:24.084" v="51" actId="26606"/>
          <ac:picMkLst>
            <pc:docMk/>
            <pc:sldMk cId="3674309857" sldId="256"/>
            <ac:picMk id="3" creationId="{39AE211D-525F-479B-8B8B-D3A070FC45C3}"/>
          </ac:picMkLst>
        </pc:picChg>
        <pc:cxnChg chg="add del">
          <ac:chgData name="GIUSEPPE CAPASSO" userId="b1bb6ade-8d53-484a-a274-0fa5505afd44" providerId="ADAL" clId="{E388970A-B93E-4A07-B0DE-4D94BA41A628}" dt="2026-03-24T14:17:53.365" v="43" actId="26606"/>
          <ac:cxnSpMkLst>
            <pc:docMk/>
            <pc:sldMk cId="3674309857" sldId="256"/>
            <ac:cxnSpMk id="17" creationId="{192712F8-36FA-35DF-0CE8-4098D93322A3}"/>
          </ac:cxnSpMkLst>
        </pc:cxnChg>
        <pc:cxnChg chg="add del">
          <ac:chgData name="GIUSEPPE CAPASSO" userId="b1bb6ade-8d53-484a-a274-0fa5505afd44" providerId="ADAL" clId="{E388970A-B93E-4A07-B0DE-4D94BA41A628}" dt="2026-03-24T14:17:53.365" v="43" actId="26606"/>
          <ac:cxnSpMkLst>
            <pc:docMk/>
            <pc:sldMk cId="3674309857" sldId="256"/>
            <ac:cxnSpMk id="18" creationId="{AF9469B9-6468-5B6A-E832-8D4590388432}"/>
          </ac:cxnSpMkLst>
        </pc:cxnChg>
        <pc:cxnChg chg="add del">
          <ac:chgData name="GIUSEPPE CAPASSO" userId="b1bb6ade-8d53-484a-a274-0fa5505afd44" providerId="ADAL" clId="{E388970A-B93E-4A07-B0DE-4D94BA41A628}" dt="2026-03-24T14:17:57.459" v="47" actId="26606"/>
          <ac:cxnSpMkLst>
            <pc:docMk/>
            <pc:sldMk cId="3674309857" sldId="256"/>
            <ac:cxnSpMk id="24" creationId="{192712F8-36FA-35DF-0CE8-4098D93322A3}"/>
          </ac:cxnSpMkLst>
        </pc:cxnChg>
        <pc:cxnChg chg="add del">
          <ac:chgData name="GIUSEPPE CAPASSO" userId="b1bb6ade-8d53-484a-a274-0fa5505afd44" providerId="ADAL" clId="{E388970A-B93E-4A07-B0DE-4D94BA41A628}" dt="2026-03-24T14:17:57.459" v="47" actId="26606"/>
          <ac:cxnSpMkLst>
            <pc:docMk/>
            <pc:sldMk cId="3674309857" sldId="256"/>
            <ac:cxnSpMk id="25" creationId="{AF9469B9-6468-5B6A-E832-8D4590388432}"/>
          </ac:cxnSpMkLst>
        </pc:cxnChg>
      </pc:sldChg>
      <pc:sldChg chg="modSp mod">
        <pc:chgData name="GIUSEPPE CAPASSO" userId="b1bb6ade-8d53-484a-a274-0fa5505afd44" providerId="ADAL" clId="{E388970A-B93E-4A07-B0DE-4D94BA41A628}" dt="2026-03-24T14:15:24.179" v="16" actId="20577"/>
        <pc:sldMkLst>
          <pc:docMk/>
          <pc:sldMk cId="0" sldId="257"/>
        </pc:sldMkLst>
        <pc:spChg chg="mod">
          <ac:chgData name="GIUSEPPE CAPASSO" userId="b1bb6ade-8d53-484a-a274-0fa5505afd44" providerId="ADAL" clId="{E388970A-B93E-4A07-B0DE-4D94BA41A628}" dt="2026-03-24T14:15:24.179" v="16" actId="20577"/>
          <ac:spMkLst>
            <pc:docMk/>
            <pc:sldMk cId="0" sldId="257"/>
            <ac:spMk id="7" creationId="{F1184675-72DB-4302-80F5-9B1E2C51C2A2}"/>
          </ac:spMkLst>
        </pc:spChg>
      </pc:sldChg>
      <pc:sldChg chg="new del">
        <pc:chgData name="GIUSEPPE CAPASSO" userId="b1bb6ade-8d53-484a-a274-0fa5505afd44" providerId="ADAL" clId="{E388970A-B93E-4A07-B0DE-4D94BA41A628}" dt="2026-03-24T14:18:23.240" v="50" actId="680"/>
        <pc:sldMkLst>
          <pc:docMk/>
          <pc:sldMk cId="2659573733" sldId="262"/>
        </pc:sldMkLst>
      </pc:sldChg>
      <pc:sldChg chg="modSp add mod">
        <pc:chgData name="GIUSEPPE CAPASSO" userId="b1bb6ade-8d53-484a-a274-0fa5505afd44" providerId="ADAL" clId="{E388970A-B93E-4A07-B0DE-4D94BA41A628}" dt="2026-03-24T14:40:43.460" v="1415" actId="20577"/>
        <pc:sldMkLst>
          <pc:docMk/>
          <pc:sldMk cId="4180946104" sldId="262"/>
        </pc:sldMkLst>
        <pc:spChg chg="mod">
          <ac:chgData name="GIUSEPPE CAPASSO" userId="b1bb6ade-8d53-484a-a274-0fa5505afd44" providerId="ADAL" clId="{E388970A-B93E-4A07-B0DE-4D94BA41A628}" dt="2026-03-24T14:31:19.226" v="724" actId="20577"/>
          <ac:spMkLst>
            <pc:docMk/>
            <pc:sldMk cId="4180946104" sldId="262"/>
            <ac:spMk id="5" creationId="{D5160231-3163-4B58-77C6-D89D16963B7A}"/>
          </ac:spMkLst>
        </pc:spChg>
        <pc:spChg chg="mod">
          <ac:chgData name="GIUSEPPE CAPASSO" userId="b1bb6ade-8d53-484a-a274-0fa5505afd44" providerId="ADAL" clId="{E388970A-B93E-4A07-B0DE-4D94BA41A628}" dt="2026-03-24T14:40:43.460" v="1415" actId="20577"/>
          <ac:spMkLst>
            <pc:docMk/>
            <pc:sldMk cId="4180946104" sldId="262"/>
            <ac:spMk id="6" creationId="{C91C9509-DB1D-DD1D-99B3-7864C33881E7}"/>
          </ac:spMkLst>
        </pc:spChg>
      </pc:sldChg>
      <pc:sldMasterChg chg="add del addSldLayout delSldLayout">
        <pc:chgData name="GIUSEPPE CAPASSO" userId="b1bb6ade-8d53-484a-a274-0fa5505afd44" providerId="ADAL" clId="{E388970A-B93E-4A07-B0DE-4D94BA41A628}" dt="2026-03-24T14:16:19.896" v="23" actId="700"/>
        <pc:sldMasterMkLst>
          <pc:docMk/>
          <pc:sldMasterMk cId="3039353325" sldId="2147483648"/>
        </pc:sldMasterMkLst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4247550436" sldId="2147483649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1338437785" sldId="2147483650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3984354486" sldId="2147483651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4080151891" sldId="2147483652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708488966" sldId="2147483653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3613363293" sldId="2147483654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4100237712" sldId="2147483655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661222883" sldId="2147483656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1505884582" sldId="2147483657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3477264192" sldId="2147483658"/>
          </pc:sldLayoutMkLst>
        </pc:sldLayoutChg>
        <pc:sldLayoutChg chg="add del">
          <pc:chgData name="GIUSEPPE CAPASSO" userId="b1bb6ade-8d53-484a-a274-0fa5505afd44" providerId="ADAL" clId="{E388970A-B93E-4A07-B0DE-4D94BA41A628}" dt="2026-03-24T14:16:19.896" v="23" actId="700"/>
          <pc:sldLayoutMkLst>
            <pc:docMk/>
            <pc:sldMasterMk cId="3039353325" sldId="2147483648"/>
            <pc:sldLayoutMk cId="286491126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900CF-7188-48CD-A518-133FD48A10CB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B41456-040D-46D5-8E02-A1450D4C702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175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D1643D-C0AA-43EB-87F8-F8DC856A1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1E0D804-01DB-45B2-96C2-9DE237A2C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FF0C6B-C290-4A87-825D-F0158B69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0AFD59-018E-4A3E-956D-4F91821D0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99C9B7-7222-4E5F-8942-EA94CF6B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550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2173BF-A339-4F1E-BF4D-BF18E58F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546C71-E489-48B4-8D88-AF4FE3C3A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1B0394-12B8-4566-B549-0C8A57D1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1BE3DF-8879-4100-B186-06E06326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04BEAFA-B77B-4158-A9AD-89464870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843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F6A05C-581A-4F12-852A-96E5FCEA9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93169F-DB73-448E-838E-999E97A8B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91E5F5E-E49C-4256-9DD2-F4AF2A97E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B2079A-9A3E-4491-8347-E53964BCA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06BC96-F276-413E-8D7A-F2D9795B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435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D1449E-3228-4CC5-922C-E00A1240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E256858-9676-4652-ACB9-FC36D2703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F04F5DD-1D52-460D-B1DF-46EC2FD95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E8144E-AE53-4E59-93EE-B47817BCB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A115D20-72A0-461F-B7CD-B1662456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C3D82AB-FA13-4006-B81C-59088B0D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015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049955-7CB9-45BA-B4A5-2804301C0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68E684-1247-4EB5-A390-AFE5BE532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2762889-DC46-4ABC-A07D-8CA4736DC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2F8FB36-E1A1-4AFE-AC00-47BCC9911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2787A15-6759-40A3-BC17-F4CE1090B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6A90643-F070-4610-A536-B1F2D455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E6998D-DC94-4687-B3F4-E895CE25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BB47481-B802-4CDF-9687-308F0DD9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8488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4E07BE-8DCD-4073-89A2-1724D08B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608E94C-2A2B-4992-A34E-B8FC55C8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62C958-6991-47AF-92ED-AC53949F2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5D9F381-4E67-4721-8202-AE3F4A2D5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336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709E015-0153-4554-BF7B-675E2585A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362A12B-505B-4D19-A19E-F8F6F0BB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72019C5-0E7A-49F1-911C-A4951536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0237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FD01DC-EEB5-4F7F-8567-8568AC509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FEE79F-A0A0-4523-9673-D25F586FB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275A89D-84E6-439E-843E-DCC2B058B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72F5A09-EAE6-4AA4-8CC4-09C0BEC1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2E60E7-EE7E-4F4B-9F10-8621B203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078429C-46FD-4888-9DB1-2A91088D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122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CEE7D2-69EB-4D77-A442-BF20D125F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A8589BE-4FFA-4040-B42E-04EA6431C7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15E0E49-895E-48BC-9B48-C09E9C4FF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7B6F834-FC9F-4D2A-A112-EF358486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7F58355-9EBD-4473-89D7-B1D9A1CC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287B558-48CB-41A4-A4F6-CF4E3E398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588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C18245-801F-4EA9-ACE2-B72F3BE0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642FA30-BDD3-4F46-A755-C1E0F29F7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2E8195-63B4-49F7-A9A4-DE262B7B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A10C2A5-0C5F-4052-886B-441536BF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CCCE31-DC38-41C7-B5A4-026F1E75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726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466A34C-C0EE-44D9-937F-D517163FF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A5638B0-DD50-4DC5-BEC4-250FC3F7B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8E4DAC9-C059-4491-AC94-168F68727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14C1312-85B9-4F2B-91FD-380BA34A8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9AF0ED-CE95-497A-AE53-C6873F6F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4911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Titolo e contenut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276515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7372" lvl="1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06058" lvl="2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74744" lvl="3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843430" lvl="4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212116" lvl="5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80803" lvl="6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49489" lvl="7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18175" lvl="8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ftr" idx="11"/>
          </p:nvPr>
        </p:nvSpPr>
        <p:spPr>
          <a:xfrm>
            <a:off x="4103120" y="578303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4688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Diapositiva tito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14"/>
              <a:buFont typeface="Calibri"/>
              <a:buNone/>
              <a:defRPr sz="533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ubTitle" idx="1"/>
          </p:nvPr>
        </p:nvSpPr>
        <p:spPr>
          <a:xfrm>
            <a:off x="1524001" y="3602039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134"/>
            </a:lvl1pPr>
            <a:lvl2pPr lvl="1" algn="ctr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1778"/>
            </a:lvl2pPr>
            <a:lvl3pPr lvl="2" algn="ctr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600"/>
            </a:lvl3pPr>
            <a:lvl4pPr lvl="3" algn="ctr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/>
            </a:lvl4pPr>
            <a:lvl5pPr lvl="4" algn="ctr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/>
            </a:lvl5pPr>
            <a:lvl6pPr lvl="5" algn="ctr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/>
            </a:lvl6pPr>
            <a:lvl7pPr lvl="6" algn="ctr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/>
            </a:lvl7pPr>
            <a:lvl8pPr lvl="7" algn="ctr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/>
            </a:lvl8pPr>
            <a:lvl9pPr lvl="8" algn="ctr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6633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Intestazione sezion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14"/>
              <a:buFont typeface="Calibri"/>
              <a:buNone/>
              <a:defRPr sz="533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184343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rgbClr val="888888"/>
              </a:buClr>
              <a:buSzPts val="2646"/>
              <a:buNone/>
              <a:defRPr sz="2134">
                <a:solidFill>
                  <a:srgbClr val="888888"/>
                </a:solidFill>
              </a:defRPr>
            </a:lvl1pPr>
            <a:lvl2pPr marL="737372" lvl="1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05"/>
              <a:buNone/>
              <a:defRPr sz="1778">
                <a:solidFill>
                  <a:srgbClr val="888888"/>
                </a:solidFill>
              </a:defRPr>
            </a:lvl2pPr>
            <a:lvl3pPr marL="1106058" lvl="2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984"/>
              <a:buNone/>
              <a:defRPr sz="1600">
                <a:solidFill>
                  <a:srgbClr val="888888"/>
                </a:solidFill>
              </a:defRPr>
            </a:lvl3pPr>
            <a:lvl4pPr marL="1474744" lvl="3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422">
                <a:solidFill>
                  <a:srgbClr val="888888"/>
                </a:solidFill>
              </a:defRPr>
            </a:lvl4pPr>
            <a:lvl5pPr marL="1843430" lvl="4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422">
                <a:solidFill>
                  <a:srgbClr val="888888"/>
                </a:solidFill>
              </a:defRPr>
            </a:lvl5pPr>
            <a:lvl6pPr marL="2212116" lvl="5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422">
                <a:solidFill>
                  <a:srgbClr val="888888"/>
                </a:solidFill>
              </a:defRPr>
            </a:lvl6pPr>
            <a:lvl7pPr marL="2580803" lvl="6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422">
                <a:solidFill>
                  <a:srgbClr val="888888"/>
                </a:solidFill>
              </a:defRPr>
            </a:lvl7pPr>
            <a:lvl8pPr marL="2949489" lvl="7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422">
                <a:solidFill>
                  <a:srgbClr val="888888"/>
                </a:solidFill>
              </a:defRPr>
            </a:lvl8pPr>
            <a:lvl9pPr marL="3318175" lvl="8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1764"/>
              <a:buNone/>
              <a:defRPr sz="142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3161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Due contenuti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276515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7372" lvl="1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06058" lvl="2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74744" lvl="3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843430" lvl="4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212116" lvl="5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80803" lvl="6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49489" lvl="7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18175" lvl="8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276515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7372" lvl="1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06058" lvl="2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74744" lvl="3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843430" lvl="4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212116" lvl="5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80803" lvl="6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49489" lvl="7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18175" lvl="8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553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Confront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68686" lvl="0" indent="-184343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134" b="1"/>
            </a:lvl1pPr>
            <a:lvl2pPr marL="737372" lvl="1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1778" b="1"/>
            </a:lvl2pPr>
            <a:lvl3pPr marL="1106058" lvl="2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600" b="1"/>
            </a:lvl3pPr>
            <a:lvl4pPr marL="1474744" lvl="3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4pPr>
            <a:lvl5pPr marL="1843430" lvl="4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5pPr>
            <a:lvl6pPr marL="2212116" lvl="5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6pPr>
            <a:lvl7pPr marL="2580803" lvl="6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7pPr>
            <a:lvl8pPr marL="2949489" lvl="7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8pPr>
            <a:lvl9pPr marL="3318175" lvl="8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276515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7372" lvl="1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06058" lvl="2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74744" lvl="3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843430" lvl="4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212116" lvl="5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80803" lvl="6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49489" lvl="7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18175" lvl="8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68686" lvl="0" indent="-184343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2646"/>
              <a:buNone/>
              <a:defRPr sz="2134" b="1"/>
            </a:lvl1pPr>
            <a:lvl2pPr marL="737372" lvl="1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05"/>
              <a:buNone/>
              <a:defRPr sz="1778" b="1"/>
            </a:lvl2pPr>
            <a:lvl3pPr marL="1106058" lvl="2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984"/>
              <a:buNone/>
              <a:defRPr sz="1600" b="1"/>
            </a:lvl3pPr>
            <a:lvl4pPr marL="1474744" lvl="3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4pPr>
            <a:lvl5pPr marL="1843430" lvl="4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5pPr>
            <a:lvl6pPr marL="2212116" lvl="5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6pPr>
            <a:lvl7pPr marL="2580803" lvl="6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7pPr>
            <a:lvl8pPr marL="2949489" lvl="7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8pPr>
            <a:lvl9pPr marL="3318175" lvl="8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 b="1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276515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7372" lvl="1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06058" lvl="2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74744" lvl="3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843430" lvl="4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212116" lvl="5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80803" lvl="6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49489" lvl="7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18175" lvl="8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93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Solo titol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67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Vuot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0123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Contenuto con didascalia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7"/>
              <a:buFont typeface="Calibri"/>
              <a:buNone/>
              <a:defRPr sz="284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364948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3527"/>
              <a:buChar char="•"/>
              <a:defRPr sz="2844"/>
            </a:lvl1pPr>
            <a:lvl2pPr marL="737372" lvl="1" indent="-342366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3086"/>
              <a:buChar char="•"/>
              <a:defRPr sz="2489"/>
            </a:lvl2pPr>
            <a:lvl3pPr marL="1106058" lvl="2" indent="-319834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646"/>
              <a:buChar char="•"/>
              <a:defRPr sz="2134"/>
            </a:lvl3pPr>
            <a:lvl4pPr marL="1474744" lvl="3" indent="-29725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1778"/>
            </a:lvl4pPr>
            <a:lvl5pPr marL="1843430" lvl="4" indent="-29725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1778"/>
            </a:lvl5pPr>
            <a:lvl6pPr marL="2212116" lvl="5" indent="-29725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1778"/>
            </a:lvl6pPr>
            <a:lvl7pPr marL="2580803" lvl="6" indent="-29725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1778"/>
            </a:lvl7pPr>
            <a:lvl8pPr marL="2949489" lvl="7" indent="-29725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1778"/>
            </a:lvl8pPr>
            <a:lvl9pPr marL="3318175" lvl="8" indent="-29725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205"/>
              <a:buChar char="•"/>
              <a:defRPr sz="1778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body" idx="2"/>
          </p:nvPr>
        </p:nvSpPr>
        <p:spPr>
          <a:xfrm>
            <a:off x="839789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184343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/>
            </a:lvl1pPr>
            <a:lvl2pPr marL="737372" lvl="1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244"/>
            </a:lvl2pPr>
            <a:lvl3pPr marL="1106058" lvl="2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067"/>
            </a:lvl3pPr>
            <a:lvl4pPr marL="1474744" lvl="3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4pPr>
            <a:lvl5pPr marL="1843430" lvl="4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5pPr>
            <a:lvl6pPr marL="2212116" lvl="5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6pPr>
            <a:lvl7pPr marL="2580803" lvl="6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7pPr>
            <a:lvl8pPr marL="2949489" lvl="7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8pPr>
            <a:lvl9pPr marL="3318175" lvl="8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4795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Immagine con didascalia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27"/>
              <a:buFont typeface="Calibri"/>
              <a:buNone/>
              <a:defRPr sz="284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2"/>
          <p:cNvSpPr txBox="1">
            <a:spLocks noGrp="1"/>
          </p:cNvSpPr>
          <p:nvPr>
            <p:ph type="body" idx="1"/>
          </p:nvPr>
        </p:nvSpPr>
        <p:spPr>
          <a:xfrm>
            <a:off x="839789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184343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764"/>
              <a:buNone/>
              <a:defRPr sz="1422"/>
            </a:lvl1pPr>
            <a:lvl2pPr marL="737372" lvl="1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543"/>
              <a:buNone/>
              <a:defRPr sz="1244"/>
            </a:lvl2pPr>
            <a:lvl3pPr marL="1106058" lvl="2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323"/>
              <a:buNone/>
              <a:defRPr sz="1067"/>
            </a:lvl3pPr>
            <a:lvl4pPr marL="1474744" lvl="3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4pPr>
            <a:lvl5pPr marL="1843430" lvl="4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5pPr>
            <a:lvl6pPr marL="2212116" lvl="5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6pPr>
            <a:lvl7pPr marL="2580803" lvl="6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7pPr>
            <a:lvl8pPr marL="2949489" lvl="7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8pPr>
            <a:lvl9pPr marL="3318175" lvl="8" indent="-184343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102"/>
              <a:buNone/>
              <a:defRPr sz="889"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0850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Titolo e testo vertical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5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276515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7372" lvl="1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06058" lvl="2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74744" lvl="3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843430" lvl="4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212116" lvl="5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80803" lvl="6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49489" lvl="7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18175" lvl="8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5199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testo verticale" type="vertTitleAndTx">
  <p:cSld name="1_Titolo e testo vertica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>
            <a:spLocks noGrp="1"/>
          </p:cNvSpPr>
          <p:nvPr>
            <p:ph type="title"/>
          </p:nvPr>
        </p:nvSpPr>
        <p:spPr>
          <a:xfrm rot="5400000">
            <a:off x="7133432" y="1956595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5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68686" lvl="0" indent="-276515" algn="l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37372" lvl="1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06058" lvl="2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74744" lvl="3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843430" lvl="4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212116" lvl="5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580803" lvl="6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949489" lvl="7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318175" lvl="8" indent="-276515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ftr" idx="11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7994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14377D0-33E2-443A-8F1A-00B4F1BC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F2C59C-FDEF-4BB5-9CD7-F0D96C93B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4E66E9-0DEC-4112-9560-A97D837E80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8ACD5-C28E-43B9-AE2E-C998BA26D971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FB168D-9591-4EFF-904A-AE1A8271D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1AB701-E3A0-41C0-BCE6-C0B36423C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80862-08D9-48BC-8178-76972F91F8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35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50"/>
              <a:buFont typeface="Calibri"/>
              <a:buNone/>
              <a:defRPr sz="4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4561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086"/>
              <a:buFont typeface="Arial"/>
              <a:buChar char="•"/>
              <a:defRPr sz="308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6621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sz="26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8617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20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495800" y="562790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6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15" name="Google Shape;15;p11" descr="{&quot;HashCode&quot;:-1421341466,&quot;Placement&quot;:&quot;Footer&quot;,&quot;Top&quot;:279.584961,&quot;Left&quot;:214.215668,&quot;SlideWidth&quot;:595,&quot;SlideHeight&quot;:297}"/>
          <p:cNvSpPr txBox="1"/>
          <p:nvPr/>
        </p:nvSpPr>
        <p:spPr>
          <a:xfrm>
            <a:off x="4387598" y="6550898"/>
            <a:ext cx="3416805" cy="198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90" b="0" i="0" u="none" strike="noStrike" cap="none" dirty="0">
                <a:solidFill>
                  <a:srgbClr val="4472C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52" dirty="0"/>
          </a:p>
        </p:txBody>
      </p:sp>
    </p:spTree>
    <p:extLst>
      <p:ext uri="{BB962C8B-B14F-4D97-AF65-F5344CB8AC3E}">
        <p14:creationId xmlns:p14="http://schemas.microsoft.com/office/powerpoint/2010/main" val="33132676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2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hackthebox.com/starting-point?tab=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WASP/NodeGoat" TargetMode="External"/><Relationship Id="rId5" Type="http://schemas.openxmlformats.org/officeDocument/2006/relationships/hyperlink" Target="https://github.com/digininja/DVWA" TargetMode="External"/><Relationship Id="rId4" Type="http://schemas.openxmlformats.org/officeDocument/2006/relationships/hyperlink" Target="https://sourceforge.net/projects/metasploitable/files/Metasploitable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54776" y="527467"/>
            <a:ext cx="4084499" cy="115001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"/>
          <p:cNvSpPr txBox="1"/>
          <p:nvPr/>
        </p:nvSpPr>
        <p:spPr>
          <a:xfrm>
            <a:off x="101027" y="1617302"/>
            <a:ext cx="12191999" cy="1166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724" tIns="36852" rIns="73724" bIns="36852" anchor="t" anchorCtr="0">
            <a:spAutoFit/>
          </a:bodyPr>
          <a:lstStyle/>
          <a:p>
            <a:pPr algn="ctr" defTabSz="737372">
              <a:buClr>
                <a:srgbClr val="000000"/>
              </a:buClr>
            </a:pPr>
            <a:endParaRPr lang="it-IT" sz="1774" b="1" kern="0" dirty="0">
              <a:solidFill>
                <a:srgbClr val="19244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 defTabSz="737372">
              <a:buClr>
                <a:srgbClr val="000000"/>
              </a:buClr>
            </a:pPr>
            <a:r>
              <a:rPr lang="it-IT" sz="1774" b="1" kern="0" dirty="0">
                <a:solidFill>
                  <a:srgbClr val="192441"/>
                </a:solidFill>
                <a:latin typeface="Poppins"/>
                <a:ea typeface="Poppins"/>
                <a:cs typeface="Poppins"/>
                <a:sym typeface="Poppins"/>
              </a:rPr>
              <a:t>Istituto Tecnologico Superiore</a:t>
            </a:r>
            <a:endParaRPr sz="1129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737372">
              <a:buClr>
                <a:srgbClr val="000000"/>
              </a:buClr>
            </a:pPr>
            <a:r>
              <a:rPr lang="it-IT" sz="1774" b="1" kern="0" dirty="0">
                <a:solidFill>
                  <a:srgbClr val="192441"/>
                </a:solidFill>
                <a:latin typeface="Poppins"/>
                <a:ea typeface="Poppins"/>
                <a:cs typeface="Poppins"/>
                <a:sym typeface="Poppins"/>
              </a:rPr>
              <a:t>Area: Tecnologie dell’informazione e della comunicazione </a:t>
            </a:r>
            <a:endParaRPr sz="1129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ctr" defTabSz="737372">
              <a:buClr>
                <a:srgbClr val="000000"/>
              </a:buClr>
            </a:pPr>
            <a:r>
              <a:rPr lang="it-IT" sz="1774" kern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Ambito: Cloud Native Development &amp; Cybersecurity </a:t>
            </a:r>
            <a:r>
              <a:rPr lang="it-IT" sz="1774" kern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Specialist</a:t>
            </a:r>
            <a:endParaRPr sz="1129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D9925F81-9FCE-4DA8-920A-811EE27245D9}"/>
              </a:ext>
            </a:extLst>
          </p:cNvPr>
          <p:cNvSpPr txBox="1">
            <a:spLocks/>
          </p:cNvSpPr>
          <p:nvPr/>
        </p:nvSpPr>
        <p:spPr>
          <a:xfrm>
            <a:off x="0" y="5420180"/>
            <a:ext cx="12191999" cy="1457805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68686" marR="0" lvl="0" indent="-276515" algn="l" rtl="0">
              <a:lnSpc>
                <a:spcPct val="90000"/>
              </a:lnSpc>
              <a:spcBef>
                <a:spcPts val="88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08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37372" marR="0" lvl="1" indent="-276515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6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06058" marR="0" lvl="2" indent="-276515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0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474744" marR="0" lvl="3" indent="-276515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43430" marR="0" lvl="4" indent="-276515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12116" marR="0" lvl="5" indent="-276515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580803" marR="0" lvl="6" indent="-276515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949489" marR="0" lvl="7" indent="-276515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318175" marR="0" lvl="8" indent="-276515" algn="l" rtl="0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2171" indent="0" algn="ctr">
              <a:buNone/>
            </a:pPr>
            <a:r>
              <a:rPr lang="it-IT" dirty="0"/>
              <a:t>FONDAZIONE ITS Academy “</a:t>
            </a:r>
            <a:r>
              <a:rPr lang="it-IT" b="1" dirty="0"/>
              <a:t>ICT CAMPUS</a:t>
            </a:r>
            <a:r>
              <a:rPr lang="it-IT" dirty="0"/>
              <a:t>”</a:t>
            </a:r>
            <a:endParaRPr lang="it-IT" sz="1000" dirty="0"/>
          </a:p>
          <a:p>
            <a:pPr marL="92171" indent="0" algn="ctr">
              <a:buNone/>
            </a:pPr>
            <a:r>
              <a:rPr lang="it-IT" dirty="0"/>
              <a:t>Istituto Tecnologico Superiore per le Tecnologie dell'Informazione e della Comunicazione e dei dati</a:t>
            </a:r>
            <a:endParaRPr lang="it-IT" sz="1000" dirty="0"/>
          </a:p>
          <a:p>
            <a:pPr marL="92171" indent="0" algn="ctr">
              <a:buNone/>
            </a:pPr>
            <a:r>
              <a:rPr lang="it-IT" b="1" dirty="0"/>
              <a:t>Bando di selezione </a:t>
            </a:r>
            <a:r>
              <a:rPr lang="it-IT" dirty="0"/>
              <a:t>per l’ammissione al Corso di Istruzione Tecnica Superiore (ITS) </a:t>
            </a:r>
            <a:endParaRPr lang="it-IT" sz="1000" dirty="0"/>
          </a:p>
          <a:p>
            <a:pPr marL="92171" indent="0" algn="ctr">
              <a:buNone/>
            </a:pPr>
            <a:r>
              <a:rPr lang="it-IT" b="1" dirty="0"/>
              <a:t>“Cloud Native Development &amp; Cybersecurity </a:t>
            </a:r>
            <a:r>
              <a:rPr lang="it-IT" b="1" dirty="0" err="1"/>
              <a:t>Specialist</a:t>
            </a:r>
            <a:r>
              <a:rPr lang="it-IT" b="1" dirty="0"/>
              <a:t>”</a:t>
            </a:r>
            <a:br>
              <a:rPr lang="it-IT" b="1" dirty="0"/>
            </a:br>
            <a:br>
              <a:rPr lang="it-IT" b="1" dirty="0"/>
            </a:br>
            <a:r>
              <a:rPr lang="it-IT" dirty="0"/>
              <a:t>Decreto del Ministro dell’istruzione e del merito 18 settembre 2024, n. 187, nell’ambito del Piano Nazionale di Ripresa e Resilienza, Missione 4 Istruzione e ricerca - Componente 1 - Investimento 1.5 “Sviluppo del sistema di formazione professionale terziaria (ITS)” Progetto “Offerta Formativa 24-26”  </a:t>
            </a:r>
            <a:br>
              <a:rPr lang="it-IT" dirty="0"/>
            </a:br>
            <a:r>
              <a:rPr lang="it-IT" dirty="0"/>
              <a:t>Codice CUP H24D24002220006 Codice progetto M4C1I1.5-2024-1403-P-55258</a:t>
            </a:r>
            <a:endParaRPr lang="it-IT" sz="1000" kern="0" dirty="0">
              <a:solidFill>
                <a:schemeClr val="tx1"/>
              </a:solidFill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1184675-72DB-4302-80F5-9B1E2C51C2A2}"/>
              </a:ext>
            </a:extLst>
          </p:cNvPr>
          <p:cNvSpPr txBox="1">
            <a:spLocks/>
          </p:cNvSpPr>
          <p:nvPr/>
        </p:nvSpPr>
        <p:spPr>
          <a:xfrm>
            <a:off x="3571901" y="3129251"/>
            <a:ext cx="5048199" cy="1795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000" kern="0" dirty="0"/>
              <a:t>Materiale didattico del </a:t>
            </a:r>
            <a:r>
              <a:rPr lang="it-IT" sz="2000" b="1" kern="0" dirty="0"/>
              <a:t>Modulo</a:t>
            </a:r>
            <a:r>
              <a:rPr lang="it-IT" sz="2000" kern="0" dirty="0"/>
              <a:t>: </a:t>
            </a:r>
            <a:br>
              <a:rPr lang="it-IT" sz="2000" kern="0" dirty="0"/>
            </a:br>
            <a:endParaRPr lang="it-IT" sz="2000" kern="0" dirty="0"/>
          </a:p>
          <a:p>
            <a:endParaRPr lang="it-IT" sz="2000" kern="0" dirty="0"/>
          </a:p>
          <a:p>
            <a:r>
              <a:rPr lang="it-IT" sz="2000" b="1" kern="0" dirty="0"/>
              <a:t>docente</a:t>
            </a:r>
            <a:r>
              <a:rPr lang="it-IT" sz="2000" kern="0" dirty="0"/>
              <a:t>:  Giuseppe Capasso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7811638B-EB3A-40E6-ACEF-ACDEDEA17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7" y="159584"/>
            <a:ext cx="3738803" cy="2976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9AE211D-525F-479B-8B8B-D3A070FC4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277" y="378659"/>
            <a:ext cx="5414013" cy="430966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7EFA0D06-4680-1548-646C-F4D9D6C53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3422"/>
            <a:ext cx="10515600" cy="1325563"/>
          </a:xfrm>
        </p:spPr>
        <p:txBody>
          <a:bodyPr/>
          <a:lstStyle/>
          <a:p>
            <a:r>
              <a:rPr lang="it-IT"/>
              <a:t>Introduzione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FAD2A02-B0EB-DF37-0FD7-700F4BF6A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3240"/>
            <a:ext cx="10515600" cy="4351338"/>
          </a:xfrm>
        </p:spPr>
        <p:txBody>
          <a:bodyPr/>
          <a:lstStyle/>
          <a:p>
            <a:r>
              <a:rPr lang="it-IT" dirty="0"/>
              <a:t>Obiettivo del corso: sviluppare competenze pratiche su VA/PT</a:t>
            </a:r>
          </a:p>
          <a:p>
            <a:r>
              <a:rPr lang="it-IT" dirty="0"/>
              <a:t>Strumenti:</a:t>
            </a:r>
          </a:p>
          <a:p>
            <a:pPr lvl="1"/>
            <a:r>
              <a:rPr lang="it-IT" dirty="0"/>
              <a:t>Kali Linux: qualsiasi distribuzione Linux</a:t>
            </a:r>
          </a:p>
          <a:p>
            <a:pPr lvl="1"/>
            <a:r>
              <a:rPr lang="it-IT" dirty="0"/>
              <a:t>Conoscenza base di Linux CLI (</a:t>
            </a:r>
            <a:r>
              <a:rPr lang="it-IT" dirty="0" err="1"/>
              <a:t>ls</a:t>
            </a:r>
            <a:r>
              <a:rPr lang="it-IT" dirty="0"/>
              <a:t>, cd, grep, </a:t>
            </a:r>
            <a:r>
              <a:rPr lang="it-IT" dirty="0" err="1"/>
              <a:t>cat</a:t>
            </a:r>
            <a:r>
              <a:rPr lang="it-IT" dirty="0"/>
              <a:t>…)</a:t>
            </a:r>
          </a:p>
          <a:p>
            <a:pPr lvl="1"/>
            <a:r>
              <a:rPr lang="it-IT" dirty="0"/>
              <a:t>Conoscenza base di networking (TCP/IP, </a:t>
            </a:r>
            <a:r>
              <a:rPr lang="it-IT" dirty="0" err="1"/>
              <a:t>ss</a:t>
            </a:r>
            <a:r>
              <a:rPr lang="it-IT" dirty="0"/>
              <a:t>, </a:t>
            </a:r>
            <a:r>
              <a:rPr lang="it-IT" dirty="0" err="1"/>
              <a:t>netstat</a:t>
            </a:r>
            <a:r>
              <a:rPr lang="it-IT" dirty="0"/>
              <a:t>, </a:t>
            </a:r>
            <a:r>
              <a:rPr lang="it-IT" dirty="0" err="1"/>
              <a:t>iputils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Conoscenza di ambiente a container (Docker)</a:t>
            </a:r>
          </a:p>
          <a:p>
            <a:r>
              <a:rPr lang="it-IT" dirty="0"/>
              <a:t>Programma</a:t>
            </a:r>
          </a:p>
          <a:p>
            <a:pPr lvl="1"/>
            <a:r>
              <a:rPr lang="it-IT" dirty="0"/>
              <a:t>Attacchi alle applicazioni (Web, SMTP)</a:t>
            </a:r>
          </a:p>
          <a:p>
            <a:pPr lvl="1"/>
            <a:r>
              <a:rPr lang="it-IT" dirty="0"/>
              <a:t>Attacchi alle reti fisiche (</a:t>
            </a:r>
            <a:r>
              <a:rPr lang="it-IT" dirty="0" err="1"/>
              <a:t>arpspoofing</a:t>
            </a:r>
            <a:r>
              <a:rPr lang="it-IT" dirty="0"/>
              <a:t>, </a:t>
            </a:r>
            <a:r>
              <a:rPr lang="it-IT" dirty="0" err="1"/>
              <a:t>dnsspoofing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Software security (buffer overflow)</a:t>
            </a:r>
          </a:p>
        </p:txBody>
      </p:sp>
    </p:spTree>
    <p:extLst>
      <p:ext uri="{BB962C8B-B14F-4D97-AF65-F5344CB8AC3E}">
        <p14:creationId xmlns:p14="http://schemas.microsoft.com/office/powerpoint/2010/main" val="3674309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85EB-1CF5-3B95-C05C-084D6E519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2895BD-87CB-2F20-F90A-73FB2C87B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277" y="378659"/>
            <a:ext cx="5414013" cy="430966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D5160231-3163-4B58-77C6-D89D16963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843"/>
            <a:ext cx="10515600" cy="1306142"/>
          </a:xfrm>
        </p:spPr>
        <p:txBody>
          <a:bodyPr/>
          <a:lstStyle/>
          <a:p>
            <a:r>
              <a:rPr lang="it-IT" dirty="0"/>
              <a:t>Deep dive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91C9509-DB1D-DD1D-99B3-7864C338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0178"/>
            <a:ext cx="10515600" cy="4351338"/>
          </a:xfrm>
        </p:spPr>
        <p:txBody>
          <a:bodyPr/>
          <a:lstStyle/>
          <a:p>
            <a:r>
              <a:rPr lang="it-IT" dirty="0"/>
              <a:t>Registrarsi su </a:t>
            </a:r>
            <a:r>
              <a:rPr lang="it-IT" sz="1800" i="1" dirty="0">
                <a:solidFill>
                  <a:srgbClr val="00B0F0"/>
                </a:solidFill>
              </a:rPr>
              <a:t>hackthebox.com tryhackme.com</a:t>
            </a:r>
          </a:p>
          <a:p>
            <a:pPr lvl="1"/>
            <a:r>
              <a:rPr lang="it-IT" dirty="0"/>
              <a:t>Svolgiamo insieme </a:t>
            </a:r>
            <a:r>
              <a:rPr lang="it-IT" sz="2000" i="1" dirty="0">
                <a:hlinkClick r:id="rId3"/>
              </a:rPr>
              <a:t>https://app.hackthebox.com/starting-point?tab=1</a:t>
            </a:r>
            <a:endParaRPr lang="it-IT" sz="2000" i="1" dirty="0"/>
          </a:p>
          <a:p>
            <a:r>
              <a:rPr lang="it-IT" dirty="0"/>
              <a:t>Un ambiente di test locale</a:t>
            </a:r>
          </a:p>
          <a:p>
            <a:pPr lvl="1"/>
            <a:r>
              <a:rPr lang="it-IT" dirty="0" err="1"/>
              <a:t>Metasploitable</a:t>
            </a:r>
            <a:r>
              <a:rPr lang="it-IT" dirty="0"/>
              <a:t> 2 </a:t>
            </a:r>
            <a:r>
              <a:rPr lang="it-IT" sz="2000" i="1" dirty="0">
                <a:hlinkClick r:id="rId4"/>
              </a:rPr>
              <a:t>https://sourceforge.net/projects/metasploitable/files/Metasploitable2</a:t>
            </a:r>
            <a:endParaRPr lang="it-IT" sz="2000" dirty="0"/>
          </a:p>
          <a:p>
            <a:pPr lvl="1"/>
            <a:r>
              <a:rPr lang="it-IT" dirty="0" err="1"/>
              <a:t>Damn</a:t>
            </a:r>
            <a:r>
              <a:rPr lang="it-IT" dirty="0"/>
              <a:t> </a:t>
            </a:r>
            <a:r>
              <a:rPr lang="it-IT" dirty="0" err="1"/>
              <a:t>Vulnerable</a:t>
            </a:r>
            <a:r>
              <a:rPr lang="it-IT" dirty="0"/>
              <a:t> Web Application (DVWA) </a:t>
            </a:r>
            <a:r>
              <a:rPr lang="it-IT" sz="2000" dirty="0">
                <a:hlinkClick r:id="rId5"/>
              </a:rPr>
              <a:t>https://github.com/digininja/DVWA</a:t>
            </a:r>
            <a:endParaRPr lang="it-IT" sz="2000" dirty="0"/>
          </a:p>
          <a:p>
            <a:pPr lvl="1"/>
            <a:r>
              <a:rPr lang="it-IT" dirty="0"/>
              <a:t>OWASP </a:t>
            </a:r>
            <a:r>
              <a:rPr lang="it-IT" dirty="0" err="1"/>
              <a:t>Nodegoat</a:t>
            </a:r>
            <a:r>
              <a:rPr lang="it-IT" dirty="0"/>
              <a:t> </a:t>
            </a:r>
            <a:r>
              <a:rPr lang="it-IT" sz="1800" dirty="0">
                <a:hlinkClick r:id="rId6"/>
              </a:rPr>
              <a:t>https://github.com/OWASP</a:t>
            </a:r>
            <a:r>
              <a:rPr lang="it-IT" sz="1800">
                <a:hlinkClick r:id="rId6"/>
              </a:rPr>
              <a:t>/NodeGoat</a:t>
            </a:r>
            <a:endParaRPr lang="it-IT" sz="1800"/>
          </a:p>
        </p:txBody>
      </p:sp>
    </p:spTree>
    <p:extLst>
      <p:ext uri="{BB962C8B-B14F-4D97-AF65-F5344CB8AC3E}">
        <p14:creationId xmlns:p14="http://schemas.microsoft.com/office/powerpoint/2010/main" val="4180946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6" descr="Immagine che contiene Carattere, Elementi grafici, logo, testo&#10;&#10;Descrizione generat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18034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AB6A1EC1-DAB7-485F-8E11-CF5D63396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102" y="225843"/>
            <a:ext cx="3738803" cy="2976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Tema di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284</Words>
  <Application>Microsoft Office PowerPoint</Application>
  <PresentationFormat>Widescreen</PresentationFormat>
  <Paragraphs>29</Paragraphs>
  <Slides>4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Poppins</vt:lpstr>
      <vt:lpstr>Tema di Office</vt:lpstr>
      <vt:lpstr>1_Tema di Office</vt:lpstr>
      <vt:lpstr>Presentazione standard di PowerPoint</vt:lpstr>
      <vt:lpstr>Introduzione</vt:lpstr>
      <vt:lpstr>Deep dive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Alessia Candia</dc:creator>
  <cp:lastModifiedBy>GIUSEPPE CAPASSO</cp:lastModifiedBy>
  <cp:revision>10</cp:revision>
  <dcterms:created xsi:type="dcterms:W3CDTF">2024-12-13T09:28:23Z</dcterms:created>
  <dcterms:modified xsi:type="dcterms:W3CDTF">2026-03-24T14:40:43Z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2026-03-24T14:15:27Z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4aecc564-642e-4847-b890-5006be3b35b2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